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274320"/>
            <a:ext cx="3200400" cy="5943600"/>
          </a:xfrm>
          <a:prstGeom prst="rect">
            <a:avLst/>
          </a:prstGeom>
          <a:solidFill>
            <a:srgbClr val="1B4F8A">
              <a:alpha val="70000"/>
            </a:srgbClr>
          </a:solidFill>
          <a:ln w="12700">
            <a:solidFill>
              <a:srgbClr val="1B4F8A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274320"/>
            <a:ext cx="2286000" cy="5943600"/>
          </a:xfrm>
          <a:prstGeom prst="rect">
            <a:avLst/>
          </a:prstGeom>
          <a:solidFill>
            <a:srgbClr val="2E75B6">
              <a:alpha val="50000"/>
            </a:srgbClr>
          </a:solidFill>
          <a:ln w="12700">
            <a:solidFill>
              <a:srgbClr val="2E75B6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31520"/>
            <a:ext cx="1828800" cy="182880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6400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11680" y="132588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B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 Implementation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651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Soni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" y="312724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Naviotech Solutions Pvt. Ltd.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5478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Division  •  Enterprise Security Project  •  2025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1148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148840" y="41148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4884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40480" y="41148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05156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86868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Zero Trust Architecture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87452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87452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8745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0574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Models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88036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88036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2880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0632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Framework Design (4 Layers)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38862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88620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3886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06908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388620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 Security Simulation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937760" y="8686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937760" y="86868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937760" y="8686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105156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989320" y="86868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Access Control Policies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937760" y="187452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937760" y="187452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937760" y="18745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8112" y="2057400"/>
            <a:ext cx="411480" cy="4114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989320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Simulation &amp; Testing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4937760" y="288036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937760" y="288036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4937760" y="2880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112" y="3063240"/>
            <a:ext cx="411480" cy="4114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98932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Findings &amp; Improvements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4937760" y="38862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937760" y="388620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4937760" y="3886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8112" y="4069080"/>
            <a:ext cx="411480" cy="41148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989320" y="388620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269748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ZTA Framework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554480"/>
            <a:ext cx="24231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a comprehensive Zero Trust security framework for enterprise environments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8686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868680"/>
            <a:ext cx="269748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9601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IAM Policies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83280" y="1554480"/>
            <a:ext cx="24231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enforce Identity &amp; Access Management policies with RBAC and MFA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8686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868680"/>
            <a:ext cx="2697480" cy="5943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601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Environment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63640" y="1554480"/>
            <a:ext cx="24231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enterprise security environment using Docker containerization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" y="29260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2926080"/>
            <a:ext cx="269748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1752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Security Controls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02920" y="3611880"/>
            <a:ext cx="24231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insider and external threats to evaluate security effectiveness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46120" y="29260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46120" y="2926080"/>
            <a:ext cx="269748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01752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4048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Results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83280" y="3611880"/>
            <a:ext cx="24231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test outcomes and propose improvements to security posture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126480" y="29260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26480" y="2926080"/>
            <a:ext cx="2697480" cy="5943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01752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2084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Improvements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263640" y="3611880"/>
            <a:ext cx="24231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recommendations for enhanced enterprise cybersecurity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(ZTA) — 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3931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7947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cybersecurity model that assumes no user, device, or system is trusted by default — even if inside the organization's network.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19456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6118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Trust, Always Verify"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069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ZTA Philosophy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8686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868680"/>
            <a:ext cx="64008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0515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must verify identity before access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0" y="18288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1828800"/>
            <a:ext cx="64008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0116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Access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get only the permissions they need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78892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788920"/>
            <a:ext cx="64008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9718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surveillance of users and devices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754880" y="37490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754880" y="3749040"/>
            <a:ext cx="64008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93192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8640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864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divided into isolated secure zones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used to verify identity before granting access to resources, applications, or networks.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160020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258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Password-Based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560320"/>
            <a:ext cx="14173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 combination — most common authentication method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84832" y="123444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84832" y="1234440"/>
            <a:ext cx="1600200" cy="777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13258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84832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176272" y="2560320"/>
            <a:ext cx="14173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verification factors: password + OTP + biometrics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803904" y="123444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03904" y="1234440"/>
            <a:ext cx="1600200" cy="7772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32588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03904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895344" y="2560320"/>
            <a:ext cx="14173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Fingerprints, facial recognition, or iris scans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522976" y="123444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22976" y="1234440"/>
            <a:ext cx="160020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132588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22976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Certificate-Based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614416" y="2560320"/>
            <a:ext cx="14173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certificates issued by a trusted Certificate Authority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242048" y="123444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242048" y="1234440"/>
            <a:ext cx="1600200" cy="777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1325880"/>
            <a:ext cx="502920" cy="5029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42048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333488" y="2560320"/>
            <a:ext cx="14173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tokens or One-Time Passwords (OTP) for verification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65760" y="4617720"/>
            <a:ext cx="8412480" cy="182880"/>
          </a:xfrm>
          <a:prstGeom prst="roundRect">
            <a:avLst>
              <a:gd name="adj" fmla="val 25000"/>
            </a:avLst>
          </a:prstGeom>
          <a:solidFill>
            <a:srgbClr val="D6EAF8"/>
          </a:solidFill>
          <a:ln w="12700">
            <a:solidFill>
              <a:srgbClr val="5BAFD6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65760" y="46177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Logging in with a password then entering an OTP = Multi-Factor Authentication (MFA)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Framework — Layer 1: Identity Verification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09728" cy="4023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Verify every user and device requesting access to enterprise resources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28016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280160"/>
            <a:ext cx="777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087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63040" y="1719072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— combines password, OTP, and biometrics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" y="233172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" y="2331720"/>
            <a:ext cx="777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603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6304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463040" y="2770632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— one secure login for all authorized applications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4360" y="338328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94360" y="3383280"/>
            <a:ext cx="777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6118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463040" y="3822192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permissions tied to assigned roles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09160" y="128016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1280160"/>
            <a:ext cx="777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50876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577840" y="1719072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identity verification before granting network access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709160" y="233172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09160" y="2331720"/>
            <a:ext cx="777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56032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57784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Auth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577840" y="2770632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authentication checks throughout the session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94360" y="4297680"/>
            <a:ext cx="795528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94360" y="4297680"/>
            <a:ext cx="795528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OUTCOME: Only authenticated and authorized users can access resources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Framework — Layer 2: Micro-Segmentation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Divide the network into smaller secure zones to limit attacker lateral movement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194560" cy="128016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371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5BAFD6"/>
          </a:solidFill>
          <a:ln w="12700">
            <a:solidFill>
              <a:srgbClr val="5BAF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1828800"/>
            <a:ext cx="128016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828800"/>
            <a:ext cx="128016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3383280"/>
            <a:ext cx="128016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383280"/>
            <a:ext cx="128016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05072"/>
            <a:ext cx="8046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policies enforced between all segments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segmentation per department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firewalls and access gateways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segment is breached, others remain safe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Framework — Layer 3: Encryption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Protect data from unauthorized access during transmission and at rest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196596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28016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" y="182880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1828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HTTPS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Data-in-Transit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651760"/>
            <a:ext cx="178308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moving over the network is encrypted using Transport Layer Security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14600" y="12344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14600" y="1234440"/>
            <a:ext cx="196596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280160"/>
            <a:ext cx="457200" cy="4572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926080" y="182880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26080" y="1828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60604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Data-at-Rest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606040" y="2651760"/>
            <a:ext cx="178308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data is encrypted with Advanced Encryption Standard (256-bit)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663440" y="12344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63440" y="1234440"/>
            <a:ext cx="196596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280160"/>
            <a:ext cx="457200" cy="4572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074920" y="182880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74920" y="1828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ZTNA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75488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ZTNA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754880" y="2651760"/>
            <a:ext cx="178308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Zero Trust Network Access replaces traditional perimeter-based VPNs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812280" y="12344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12280" y="1234440"/>
            <a:ext cx="196596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280160"/>
            <a:ext cx="457200" cy="4572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7223760" y="182880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223760" y="1828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90372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903720" y="2651760"/>
            <a:ext cx="178308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key lifecycle management using Public Key Infrastructure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Data remains secure even if intercepted or stolen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Framework — Layer 4: Continuous Monitoring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Detect suspicious activities and threats in real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914400" cy="15087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55648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71600" y="1325880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0" y="13258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7160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Information &amp; Event Management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7160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log collection and correlates security events across the enterprise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2344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234440"/>
            <a:ext cx="914400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55648"/>
            <a:ext cx="457200" cy="4572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760720" y="1325880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0" y="13258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UEBA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76072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Entity Behavior Analytics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76072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anomalous behavior patterns that indicate insider threats or compromised accounts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65760" y="29260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5760" y="2926080"/>
            <a:ext cx="914400" cy="15087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47288"/>
            <a:ext cx="457200" cy="4572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371600" y="3017520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371600" y="30175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37160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Monitoring &amp; Threat Detection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371600" y="3703320"/>
            <a:ext cx="3017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review of system logs to identify unauthorized access attempts and anomalies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754880" y="29260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54880" y="2926080"/>
            <a:ext cx="914400" cy="15087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47288"/>
            <a:ext cx="457200" cy="4572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5760720" y="3017520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760720" y="30175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76072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&amp; Incident Response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760720" y="3703320"/>
            <a:ext cx="3017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 system triggers rapid response to detected security events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Rapid detection and containment of threats across the enterprise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Framework — Complete Flow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0" y="7772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Device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98448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0" y="14630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B4F8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 (MFA + RBAC)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984248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0" y="21488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20040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Decision Engine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670048"/>
            <a:ext cx="274320" cy="274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200400" y="28346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96C7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320040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Micro-Segmented Network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355848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200400" y="35204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B4F8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320040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 Access (TLS+AES)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4041648"/>
            <a:ext cx="274320" cy="27432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200400" y="42062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320040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(SIEM)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6583680" y="777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583680" y="1234440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1307592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59168" y="1261872"/>
            <a:ext cx="175564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prevention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6583680" y="1929384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2002536"/>
            <a:ext cx="347472" cy="3474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059168" y="1956816"/>
            <a:ext cx="175564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lateral movement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6583680" y="2624328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697480"/>
            <a:ext cx="347472" cy="34747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059168" y="2651760"/>
            <a:ext cx="175564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confidentiality &amp; integrity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6583680" y="3319272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3392424"/>
            <a:ext cx="347472" cy="34747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059168" y="3346704"/>
            <a:ext cx="175564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compliance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6583680" y="4014216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4087368"/>
            <a:ext cx="347472" cy="34747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059168" y="4041648"/>
            <a:ext cx="175564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 posture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 Simulation Using Docker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114800" cy="4023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37947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security environment was simulated using Docker containers to create isolated environments representing different enterprise services.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423160"/>
            <a:ext cx="1097280" cy="109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5661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Platform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Trust, Always Verify"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82296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88696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822960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containerized environments created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138988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45389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0368" y="1389888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portal deployed via Nginx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1956816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020824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30368" y="1956816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implemented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754880" y="2523744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58775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30368" y="2523744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concepts simulated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54880" y="3090672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15468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30368" y="3090672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Admin &amp; Employee roles enforced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754880" y="365760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721608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30368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attempts tested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754880" y="422452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4288536"/>
            <a:ext cx="320040" cy="32004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230368" y="4224528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validated in containers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Access Control Policies Using IAM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589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only authorized users access specific resources based on their roles and responsibilities.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ACCESS RIGHTS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1371600" cy="62179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630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1463040"/>
            <a:ext cx="25603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systems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48840"/>
            <a:ext cx="1371600" cy="6217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488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148840"/>
            <a:ext cx="25603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data and reports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1371600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452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applications only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20440"/>
            <a:ext cx="1371600" cy="621792"/>
          </a:xfrm>
          <a:prstGeom prst="rect">
            <a:avLst/>
          </a:prstGeom>
          <a:solidFill>
            <a:srgbClr val="5BAFD6"/>
          </a:solidFill>
          <a:ln w="12700">
            <a:solidFill>
              <a:srgbClr val="5BAF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204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3520440"/>
            <a:ext cx="25603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read-only access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KEY PRINCIPLES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46304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463040"/>
            <a:ext cx="685800" cy="6583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581912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532120" y="1508760"/>
            <a:ext cx="31546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Policies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532120" y="1810512"/>
            <a:ext cx="3154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enforces permissions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54880" y="221284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54880" y="2212848"/>
            <a:ext cx="6858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331720"/>
            <a:ext cx="365760" cy="36576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532120" y="2258568"/>
            <a:ext cx="31546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Authentication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532120" y="2560320"/>
            <a:ext cx="3154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+ SSO + Device verification required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754880" y="296265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754880" y="2962656"/>
            <a:ext cx="685800" cy="6583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081528"/>
            <a:ext cx="365760" cy="36576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532120" y="3008376"/>
            <a:ext cx="31546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5532120" y="3310128"/>
            <a:ext cx="3154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only minimum required permissions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4754880" y="371246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4754880" y="3712464"/>
            <a:ext cx="6858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831336"/>
            <a:ext cx="365760" cy="36576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532120" y="3758184"/>
            <a:ext cx="31546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Auditing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5532120" y="4059936"/>
            <a:ext cx="3154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alerts, and periodic access reviews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5BAFD6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FLOW:  Login → Identity Verification (Password + MFA) → IAM System → RBAC Policy Check → Access Granted / Denied → Logging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Simulation — Insider Threats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legitimate employee attempts unauthorized actions within the enterprise environment.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PERFORMED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27632"/>
            <a:ext cx="4572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276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627632"/>
            <a:ext cx="3429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confidential files outside assigned permissions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77440"/>
            <a:ext cx="4572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774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377440"/>
            <a:ext cx="3429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privilege escalation to admin level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272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27248"/>
            <a:ext cx="4572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2724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127248"/>
            <a:ext cx="3429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sensitive data to external storage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770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77056"/>
            <a:ext cx="4572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7705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877056"/>
            <a:ext cx="3429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from unauthorized/unregistered devices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627632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627632"/>
            <a:ext cx="77724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810512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623560" y="1627632"/>
            <a:ext cx="3063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IAM/RBAC policies deny unauthorized access attempts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54880" y="2633472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2633472"/>
            <a:ext cx="777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816352"/>
            <a:ext cx="457200" cy="4572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623560" y="2633472"/>
            <a:ext cx="3063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generated for all suspicious activities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754880" y="3639312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754880" y="3639312"/>
            <a:ext cx="777240" cy="9144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822192"/>
            <a:ext cx="457200" cy="4572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623560" y="3639312"/>
            <a:ext cx="3063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access attempts are logged for audit and review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Simulation — External Threats &amp; Evaluation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ATTACK TESTS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64008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5024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21615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Attacks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password guessing attempts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88920" y="1170432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88920" y="1170432"/>
            <a:ext cx="64008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335024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121615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520440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tools scan for open ports and weaknesses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760" y="2084832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084832"/>
            <a:ext cx="64008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9424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213055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097280" y="2468880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 targeting employee credentials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788920" y="2084832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88920" y="2084832"/>
            <a:ext cx="64008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2249424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520440" y="213055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Scanning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520440" y="2468880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reconnaissance to map attack surface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212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212080" y="1170432"/>
            <a:ext cx="3657600" cy="438912"/>
          </a:xfrm>
          <a:prstGeom prst="rect">
            <a:avLst/>
          </a:prstGeom>
          <a:solidFill>
            <a:srgbClr val="1B4F8A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257800" y="1170432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995160" y="117043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212080" y="1627632"/>
            <a:ext cx="365760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257800" y="1627632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Rate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995160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 attacks detected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5212080" y="2084832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257800" y="2084832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995160" y="208483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blocked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5212080" y="2542032"/>
            <a:ext cx="365760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257800" y="2542032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Time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6995160" y="254203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generated quickly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212080" y="2999232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257800" y="2999232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6995160" y="299923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data exposed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5212080" y="3456432"/>
            <a:ext cx="365760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257800" y="3456432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Availability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6995160" y="345643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remain operational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365760" y="3246120"/>
            <a:ext cx="466344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5BAFD6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365760" y="3246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Threat Simulation → Security Controls → Detection → Alert → Response → Evaluation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36576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365760" y="3931920"/>
            <a:ext cx="4663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968496"/>
            <a:ext cx="228600" cy="22860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749808" y="3931920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blocks unauthorized logins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365760" y="4270248"/>
            <a:ext cx="4663440" cy="292608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4306824"/>
            <a:ext cx="228600" cy="22860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749808" y="4270248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filter malicious traffic</a:t>
            </a:r>
            <a:endParaRPr lang="en-US" sz="1000" dirty="0"/>
          </a:p>
        </p:txBody>
      </p:sp>
      <p:sp>
        <p:nvSpPr>
          <p:cNvPr id="55" name="Shape 47"/>
          <p:cNvSpPr/>
          <p:nvPr/>
        </p:nvSpPr>
        <p:spPr>
          <a:xfrm>
            <a:off x="365760" y="4608576"/>
            <a:ext cx="4663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4645152"/>
            <a:ext cx="228600" cy="22860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749808" y="4608576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 detects and alerts on attacks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Results — Test Summary &amp;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SUMMARY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Area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097280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Performed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097280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36192"/>
            <a:ext cx="8412480" cy="411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36192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536192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login attempts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1536192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MFA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975104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75104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(RBAC)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1975104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1975104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14016"/>
            <a:ext cx="8412480" cy="411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14016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414016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simulation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2414016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852928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52928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2852928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interception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2852928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remained unreadable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291840"/>
            <a:ext cx="8412480" cy="411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91840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46120" y="3291840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file access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3291840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&amp; Alerted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730752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30752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Threats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3730752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scans &amp; brute-force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3730752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 controls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169664"/>
            <a:ext cx="8412480" cy="411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69664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Logging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46120" y="4169664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event generation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4169664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generated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617720"/>
            <a:ext cx="841248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5BAF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 MFA prevented unauthorized access  •  RBAC enforced least-privilege  •  Micro-segmentation blocked lateral movement  •  Encryption secured data in transit &amp; rest  •  SIEM detected most simulated attacks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what the Zero Trust security testing revealed across all security domains.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640080" cy="11155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16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00784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124358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Prevented Unauthorized Access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15568" y="1591056"/>
            <a:ext cx="3337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blocked all unauthorized login attempts. No account was compromised despite repeated brute-force and credential-stuffing attacks.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00600" y="117043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1170432"/>
            <a:ext cx="640080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216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00784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50408" y="124358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Enforced Least-Privilege Policies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550408" y="1591056"/>
            <a:ext cx="3337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correctly denied privilege escalation. Employees were restricted to assigned resources only; admin-level access was blocked for non-admin accounts.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65760" y="240487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5760" y="2404872"/>
            <a:ext cx="640080" cy="1115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24505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35224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5568" y="247802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 Blocked Lateral Movement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15568" y="2825496"/>
            <a:ext cx="3337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prevented attackers from moving between HR, Finance, IT, and Sales zones. A compromised segment could not infect other departments.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800600" y="240487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00600" y="2404872"/>
            <a:ext cx="640080" cy="11155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00600" y="24505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35224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50408" y="247802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Secured Data In Transit &amp; At Rest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550408" y="2825496"/>
            <a:ext cx="3337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TLS/HTTPS and AES-256 encryption ensured intercepted traffic remained completely unreadable. All sensitive data was protected during transmission and in storage.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65760" y="363931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65760" y="3639312"/>
            <a:ext cx="640080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65760" y="36850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69664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115568" y="371246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Detected Most Simulated Attacks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1115568" y="4059936"/>
            <a:ext cx="3337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SIEM system successfully detected and alerted on the majority of attack simulations. Some low-severity alerts required manual review, indicating room for automation improvement.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800600" y="363931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4800600" y="3639312"/>
            <a:ext cx="640080" cy="1115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800600" y="36850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169664"/>
            <a:ext cx="411480" cy="41148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550408" y="371246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Identified Security Gaps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5550408" y="4059936"/>
            <a:ext cx="3337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via UEBA and log analysis exposed excessive permissions in a few test accounts and highlighted the need for automated patch management and better phishing awareness.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Weaknesses &amp; Suggested Improvements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WEAKNESSES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457200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9844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170432"/>
            <a:ext cx="34290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user permissions in test accounts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88366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883664"/>
            <a:ext cx="457200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1883664"/>
            <a:ext cx="34290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Low-priority alerts not immediately reviewed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59689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596896"/>
            <a:ext cx="457200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2491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2596896"/>
            <a:ext cx="34290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 not fully automated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331012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310128"/>
            <a:ext cx="457200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381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3310128"/>
            <a:ext cx="34290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awareness against phishing needs improvement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754880" y="777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IMPROVEMENTS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754880" y="117043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1170432"/>
            <a:ext cx="777240" cy="5303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298448"/>
            <a:ext cx="347472" cy="34747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623560" y="1216152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623560" y="12161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6355080" y="1170432"/>
            <a:ext cx="23317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least privilege, periodic access reviews, MFA for all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754880" y="1773936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1773936"/>
            <a:ext cx="77724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1901952"/>
            <a:ext cx="347472" cy="347472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5623560" y="1819656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623560" y="18196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6355080" y="1773936"/>
            <a:ext cx="23317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micro-segmentation, deploy ZTNA, review firewall rules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754880" y="2377440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754880" y="2377440"/>
            <a:ext cx="777240" cy="53035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2505456"/>
            <a:ext cx="347472" cy="347472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5623560" y="242316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5623560" y="2423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41" name="Text 32"/>
          <p:cNvSpPr/>
          <p:nvPr/>
        </p:nvSpPr>
        <p:spPr>
          <a:xfrm>
            <a:off x="6355080" y="2377440"/>
            <a:ext cx="23317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SIEM automation, improve alert prioritization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4754880" y="2980944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4754880" y="2980944"/>
            <a:ext cx="777240" cy="5303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108960"/>
            <a:ext cx="347472" cy="347472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5623560" y="3026664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5623560" y="302666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47" name="Text 37"/>
          <p:cNvSpPr/>
          <p:nvPr/>
        </p:nvSpPr>
        <p:spPr>
          <a:xfrm>
            <a:off x="6355080" y="2980944"/>
            <a:ext cx="23317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encryption, rotate keys, implement secure backups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4754880" y="358444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4754880" y="3584448"/>
            <a:ext cx="77724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8032" y="3712464"/>
            <a:ext cx="347472" cy="347472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5623560" y="3630168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5623560" y="3630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800" dirty="0"/>
          </a:p>
        </p:txBody>
      </p:sp>
      <p:sp>
        <p:nvSpPr>
          <p:cNvPr id="53" name="Text 42"/>
          <p:cNvSpPr/>
          <p:nvPr/>
        </p:nvSpPr>
        <p:spPr>
          <a:xfrm>
            <a:off x="6355080" y="3584448"/>
            <a:ext cx="23317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cybersecurity training &amp; phishing simulations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8229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implemented Zero Trust Architecture successfully protected the enterprise environment against both insider and external threats.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783080"/>
            <a:ext cx="84124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920240"/>
            <a:ext cx="1508760" cy="118872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0116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148840" y="1920240"/>
            <a:ext cx="1508760" cy="118872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20116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4884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840480" y="1920240"/>
            <a:ext cx="1508760" cy="118872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201168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4048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532120" y="1920240"/>
            <a:ext cx="1508760" cy="118872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201168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321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7223760" y="1920240"/>
            <a:ext cx="1508760" cy="118872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68" y="2011680"/>
            <a:ext cx="502920" cy="5029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2376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overall security posture was strong, further improvements in privilege management, automation, monitoring, and user awareness would enhance resilience against advanced cyber threats.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57200" y="406908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96C7">
              <a:alpha val="7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45720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Strong threat detection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2606040" y="406908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96C7">
              <a:alpha val="7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260604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Effective access control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754880" y="406908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96C7">
              <a:alpha val="7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75488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confidentiality ensured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6903720" y="406908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96C7">
              <a:alpha val="7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90372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Compliance improved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2296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05840"/>
            <a:ext cx="8412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005840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10058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Special Publication 800-207 — Zero Trust Architecture (2020)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1261872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Standards and Technology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1563624"/>
            <a:ext cx="8412480" cy="493776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1563624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1563624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Kindervag, J. — 'Build Security Into Your Network's DNA: The Zero Trust Network Architecture'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181965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Research, 2010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2121408"/>
            <a:ext cx="8412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2121408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2121408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Documentation — Container Security &amp; Networking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2377440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https://docs.docker.com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" y="2679192"/>
            <a:ext cx="8412480" cy="493776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2679192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" y="2679192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— Authentication Cheat Sheet and IAM Security Guide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2935224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 Application Security Project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3236976"/>
            <a:ext cx="8412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3236976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" y="3236976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Zero Trust Architecture Framework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" y="3493008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https://learn.microsoft.com/security/zero-trust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5760" y="3794760"/>
            <a:ext cx="8412480" cy="493776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" y="3794760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77240" y="379476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&amp; UEBA Best Practices for Enterprise Security Monitoring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77240" y="4050792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Research Reports, 2023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65760" y="4352544"/>
            <a:ext cx="8412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8912" y="4352544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77240" y="4352544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&amp; TLS Encryption Standards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77240" y="460857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PUB 197 / RFC 5246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1B4F8A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2286000" cy="2286000"/>
          </a:xfrm>
          <a:prstGeom prst="ellipse">
            <a:avLst/>
          </a:prstGeom>
          <a:solidFill>
            <a:srgbClr val="2E75B6">
              <a:alpha val="60000"/>
            </a:srgbClr>
          </a:solidFill>
          <a:ln w="12700">
            <a:solidFill>
              <a:srgbClr val="2E75B6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83280" y="6400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3383280" y="1691640"/>
            <a:ext cx="4572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83280" y="18105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B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383280" y="2514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Soni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383280" y="3063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Naviotech Solutions Pvt. Ltd.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83280" y="34930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83280" y="4160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Trust, Always Verify"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Trust Architecture &amp; Security Implementation</dc:title>
  <dc:subject>PptxGenJS Presentation</dc:subject>
  <dc:creator>Himanshu Soni</dc:creator>
  <cp:lastModifiedBy>Himanshu Soni</cp:lastModifiedBy>
  <cp:revision>1</cp:revision>
  <dcterms:created xsi:type="dcterms:W3CDTF">2026-06-08T10:56:46Z</dcterms:created>
  <dcterms:modified xsi:type="dcterms:W3CDTF">2026-06-08T10:56:46Z</dcterms:modified>
</cp:coreProperties>
</file>